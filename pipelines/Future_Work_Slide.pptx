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latin typeface="Arial"/>
              </a:defRPr>
            </a:pPr>
            <a:r>
              <a:t>Future Work &amp; Evolution of AI Recruitment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noFill/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E74C3C"/>
                </a:solidFill>
              </a:defRPr>
            </a:pPr>
            <a:r>
              <a:t>Ethical &amp;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Bias Mitigation &amp; Auditing</a:t>
            </a:r>
          </a:p>
          <a:p/>
          <a:p>
            <a:pPr>
              <a:defRPr sz="1600"/>
            </a:pPr>
            <a:r>
              <a:t>• Enhanced Explainability (XA)</a:t>
            </a:r>
          </a:p>
          <a:p/>
          <a:p>
            <a:pPr>
              <a:defRPr sz="1600"/>
            </a:pPr>
            <a:r>
              <a:t>• GDPR &amp; Privacy Compliance</a:t>
            </a:r>
          </a:p>
          <a:p/>
        </p:txBody>
      </p:sp>
      <p:sp>
        <p:nvSpPr>
          <p:cNvPr id="6" name="Rectangle 5"/>
          <p:cNvSpPr/>
          <p:nvPr/>
        </p:nvSpPr>
        <p:spPr>
          <a:xfrm>
            <a:off x="4343400" y="1371600"/>
            <a:ext cx="3474720" cy="5029200"/>
          </a:xfrm>
          <a:prstGeom prst="rect">
            <a:avLst/>
          </a:prstGeom>
          <a:noFill/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ECC71"/>
                </a:solidFill>
              </a:defRPr>
            </a:pPr>
            <a:r>
              <a:t>Advanced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Temporal Graph Analysis</a:t>
            </a:r>
          </a:p>
          <a:p/>
          <a:p>
            <a:pPr>
              <a:defRPr sz="1600"/>
            </a:pPr>
            <a:r>
              <a:t>• Cross-Domain Transfer</a:t>
            </a:r>
          </a:p>
          <a:p/>
          <a:p>
            <a:pPr>
              <a:defRPr sz="1600"/>
            </a:pPr>
            <a:r>
              <a:t>• Multi-Source Profile Synthesis</a:t>
            </a:r>
          </a:p>
          <a:p/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noFill/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3498DB"/>
                </a:solidFill>
              </a:defRPr>
            </a:pPr>
            <a:r>
              <a:t>Agentic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Autonomous Recruiter Agents</a:t>
            </a:r>
          </a:p>
          <a:p/>
          <a:p>
            <a:pPr>
              <a:defRPr sz="1600"/>
            </a:pPr>
            <a:r>
              <a:t>• Human-in-the-Loop Feedback</a:t>
            </a:r>
          </a:p>
          <a:p/>
          <a:p>
            <a:pPr>
              <a:defRPr sz="1600"/>
            </a:pPr>
            <a:r>
              <a:t>• Multimodal Processing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